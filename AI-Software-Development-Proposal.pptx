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用AI赋能软件开发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获取管理层支持的战略方案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演示文稿  |  2026年3月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背景与挑战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当前软件开发面临的困境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AI赋能开发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231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AI如何改变软件开发流程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375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AI开发带来的业务价值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实施路径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519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落地计划与时间表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206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投资回报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1663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成本收益分析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6035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350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0807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需要决策的事项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6751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执行摘要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4984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AI是软件工程未来的必然趋势，早期布局将获得显著竞争优势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开发效率预计提升40-60%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成本优化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年度研发成本降低30%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质量保障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代码缺陷率下降50%以上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基于行业基准分析与内部评估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背景与挑战：软件开发困境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当前痛点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人力成本持续上涨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需求变更频繁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技术债务累积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人才招聘困难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测试周期冗长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行业趋势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02920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02920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全球AI开发工具市场增长迅速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头部科技企业已全面部署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开源生态日益成熟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客户对交付速度要求提高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来源：2026年软件开发行业报告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AI赋能开发：效率飞跃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开发效率提升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通过AI辅助编程、自动测试生成、</a:t>
            </a:r>
            <a:br/>
            <a:r>
              <a:rPr>
                <a:ea typeface="KaiTi"/>
              </a:rPr>
              <a:t>智能代码审查等技术手段，</a:t>
            </a:r>
            <a:br/>
            <a:r>
              <a:rPr>
                <a:ea typeface="KaiTi"/>
              </a:rPr>
              <a:t>显著缩短交付周期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代码编写时间减少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65760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43484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缺陷发现提前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749039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3484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文档自动生成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来源：GitHub Copilot企业版效能报告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AI开发的核心价值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效率提升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00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智能代码补全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自动化测试生成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快速原型构建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质量保障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3200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代码静态分析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漏洞自动检测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性能优化建议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知识传承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2004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283464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文档自动生成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代码注释智能化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经验沉淀复用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来源：内部技术评估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实施路径：分阶段推进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试点启动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9768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选择1-2个核心项目</a:t>
            </a:r>
            <a:br/>
            <a:r>
              <a:rPr>
                <a:ea typeface="KaiTi"/>
              </a:rPr>
              <a:t>引入AI开发工具</a:t>
            </a:r>
          </a:p>
        </p:txBody>
      </p:sp>
      <p:sp>
        <p:nvSpPr>
          <p:cNvPr id="9" name="Oval 8"/>
          <p:cNvSpPr/>
          <p:nvPr/>
        </p:nvSpPr>
        <p:spPr>
          <a:xfrm>
            <a:off x="424434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6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6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扩大应用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680" y="429768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推广至50%研发团队</a:t>
            </a:r>
            <a:br/>
            <a:r>
              <a:rPr>
                <a:ea typeface="KaiTi"/>
              </a:rPr>
              <a:t>建立最佳实践</a:t>
            </a:r>
          </a:p>
        </p:txBody>
      </p:sp>
      <p:sp>
        <p:nvSpPr>
          <p:cNvPr id="13" name="Oval 12"/>
          <p:cNvSpPr/>
          <p:nvPr/>
        </p:nvSpPr>
        <p:spPr>
          <a:xfrm>
            <a:off x="750570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70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70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全面落地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429768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全员覆盖</a:t>
            </a:r>
            <a:br/>
            <a:r>
              <a:rPr>
                <a:ea typeface="KaiTi"/>
              </a:rPr>
              <a:t>形成标准流程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持续优化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29768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效果评估</a:t>
            </a:r>
            <a:br/>
            <a:r>
              <a:rPr>
                <a:ea typeface="KaiTi"/>
              </a:rPr>
              <a:t>迭代升级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来源：技术规划路线图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投资回报分析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2918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300万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2918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年度研发成本节省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80160"/>
            <a:ext cx="36576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2918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1.5年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32918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投资回收期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28016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19456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三年ROI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主要投资项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AI开发工具许可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9768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80万/年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培训与变革管理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5488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30万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基础设施升级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1208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50万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来源：财务部门估算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下一步：需要决策的事项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批准试点项目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9260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Q2 2026启动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选择2个核心项目进行AI开发试点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预算审批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2026年3月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292608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批准首期160万投资预算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480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66344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负责人：CFO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200400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71600"/>
            <a:ext cx="292608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团队组建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2926080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2026年4月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68880"/>
            <a:ext cx="292608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成立AI开发变革小组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480560"/>
            <a:ext cx="26517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663440"/>
            <a:ext cx="29260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AI赋能开发，赢得未来竞争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立即行动，把握AI带来的竞争优势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感谢聆听  |  欢迎提问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